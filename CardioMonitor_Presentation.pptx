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980B9">
              <a:alpha val="15000"/>
            </a:srgbClr>
          </a:solidFill>
          <a:ln w="12700">
            <a:solidFill>
              <a:srgbClr val="2980B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0" y="502920"/>
            <a:ext cx="2468880" cy="438912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502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MACHINE LEARNING LAB PROJECT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Cardio Monitor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407408" y="2130552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EC0"/>
                </a:solidFill>
              </a:rPr>
              <a:t>Heart Disease Risk Prediction System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2926080"/>
            <a:ext cx="2743200" cy="182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27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Presented by: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4564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Person 1 Name</a:t>
            </a:r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   | 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Person 2 Name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0050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Presented to: Md. Atikuzzaman  |  Lecturer, CSE - Green University of Bangladesh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FA3"/>
                </a:solidFill>
              </a:rPr>
              <a:t>github.com/itshimelz/Cardio-Monitor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PERSON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8132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17.9M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Deaths/year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from CVD globally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48132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337560" y="21488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Preventable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early 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48132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217920" y="21488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Clinical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used for prediction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Cardio Monitor?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3649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is the leading cause of death worldwide - yet most deaths occur before reaching a hospital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86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8404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need real-time, interpretable clinical risk scores - not black-box outputs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36168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61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431596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Monitor predicts heart disease risk from 14 patient features and explains which factors contributed most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PERSON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Clinical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heart.csv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303 patient records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80% train / 20% test split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8096"/>
                </a:solidFill>
              </a:rPr>
              <a:t>Target: Heart disease present/absent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0604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71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37160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691640"/>
            <a:ext cx="2606040" cy="329184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719072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07408" y="17190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Patient age in years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0" y="2039112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2066544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07408" y="20665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Gender (0 = F, 1 = M)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0" y="2386584"/>
            <a:ext cx="2606040" cy="329184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414016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07408" y="24140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Chest pain type (0-3)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2734056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76148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trestbps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07408" y="2761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Resting blood pressure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3081528"/>
            <a:ext cx="2606040" cy="329184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3108960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07408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Serum cholesterol (mg/dL)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3429000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3456432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07408" y="3456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Fasting blood sugar &gt; 120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83280" y="3776472"/>
            <a:ext cx="2606040" cy="329184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3803904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restecg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07408" y="38039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Resting ECG results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1371600"/>
            <a:ext cx="260604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1371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86600" y="137160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1691640"/>
            <a:ext cx="2606040" cy="329184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9048" y="1719072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thalach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04888" y="17190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Max heart rate achieved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0760" y="2039112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9048" y="2066544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104888" y="20665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Exercise-induced angina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0760" y="2386584"/>
            <a:ext cx="2606040" cy="329184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99048" y="2414016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04888" y="24140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ST depression (exercise)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80760" y="2734056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99048" y="276148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slope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104888" y="2761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Slope of peak ST segment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80760" y="3081528"/>
            <a:ext cx="2606040" cy="329184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99048" y="3108960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104888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# major vessels (0-3)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80760" y="3429000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99048" y="3456432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104888" y="3456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Thalassemia type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80760" y="3776472"/>
            <a:ext cx="2606040" cy="329184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99048" y="3803904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104888" y="38039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Heart disease: 0/1 (label)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PERSON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Pipeline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5544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155448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8379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" y="219456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heart.csv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303 records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14 features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47672" y="221284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5E0"/>
                </a:solidFill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57400" y="1417320"/>
            <a:ext cx="15544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417320"/>
            <a:ext cx="155448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57400" y="18379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Split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30552" y="219456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80% train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20% 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random_state=0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85032" y="221284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5E0"/>
                </a:solidFill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94760" y="1417320"/>
            <a:ext cx="15544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94760" y="1417320"/>
            <a:ext cx="155448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94760" y="18379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67912" y="219456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StandardScaler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fit on train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transform all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22392" y="221284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5E0"/>
                </a:solidFill>
              </a:rPr>
              <a:t>&gt;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532120" y="1417320"/>
            <a:ext cx="15544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32120" y="1417320"/>
            <a:ext cx="15544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18379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05272" y="219456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LogisticRegression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max_iter=1000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random_state=0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59752" y="2212848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5E0"/>
                </a:solidFill>
              </a:rPr>
              <a:t>&gt;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69480" y="1417320"/>
            <a:ext cx="15544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69480" y="1417320"/>
            <a:ext cx="155448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18379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42632" y="219456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predict()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predict_proba()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confidence band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8229600" cy="10241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3703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Artifact &amp; Fallback Strategy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400507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</a:rPr>
              <a:t>Primary: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heartmodel.pkl  </a:t>
            </a:r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loaded via joblib  |  </a:t>
            </a:r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</a:rPr>
              <a:t>Fallback: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LogisticRegression trained on-the-fly from heart.csv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" y="43159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</a:rPr>
              <a:t>Output: </a:t>
            </a:r>
            <a:pPr indent="0" marL="0">
              <a:buNone/>
            </a:pPr>
            <a:r>
              <a:rPr lang="en-US" sz="11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 riskProbability  confidenceLow  confidenceHigh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PERSON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3200400"/>
          </a:xfrm>
          <a:prstGeom prst="rect">
            <a:avLst/>
          </a:prstGeom>
          <a:solidFill>
            <a:srgbClr val="1E1E3F"/>
          </a:solidFill>
          <a:ln w="1905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560320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35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Next.js / TypeScript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066544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116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Patient data 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487168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4323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Real-time risk display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907792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8529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Chart visualizations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328416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735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Red flag highlights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79392"/>
            <a:ext cx="2011680" cy="237744"/>
          </a:xfrm>
          <a:prstGeom prst="rect">
            <a:avLst/>
          </a:prstGeom>
          <a:solidFill>
            <a:srgbClr val="2980B9">
              <a:alpha val="30000"/>
            </a:srgbClr>
          </a:solidFill>
          <a:ln w="12700">
            <a:solidFill>
              <a:srgbClr val="2980B9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793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55848" y="1417320"/>
            <a:ext cx="2560320" cy="3200400"/>
          </a:xfrm>
          <a:prstGeom prst="rect">
            <a:avLst/>
          </a:prstGeom>
          <a:solidFill>
            <a:srgbClr val="1E1E3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55848" y="1417320"/>
            <a:ext cx="25603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435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55848" y="16733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Python Backend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57016" y="206654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9896" y="20116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POST /api/predict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57016" y="248716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24323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GET /health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57016" y="2907792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9896" y="28529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Input validation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57016" y="3328416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9896" y="32735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Feature encoding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30168" y="4279392"/>
            <a:ext cx="2011680" cy="237744"/>
          </a:xfrm>
          <a:prstGeom prst="rect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42793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54496" y="1417320"/>
            <a:ext cx="2560320" cy="3200400"/>
          </a:xfrm>
          <a:prstGeom prst="rect">
            <a:avLst/>
          </a:prstGeom>
          <a:solidFill>
            <a:srgbClr val="1E1E3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54496" y="1417320"/>
            <a:ext cx="25603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1435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Core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54496" y="16733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55664" y="2066544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20116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StandardScaler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55664" y="2487168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8544" y="24323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LogisticRegression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55664" y="2907792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28529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Probability output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55664" y="3328416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8544" y="32735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Confidence band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28816" y="4279392"/>
            <a:ext cx="2011680" cy="237744"/>
          </a:xfrm>
          <a:prstGeom prst="rect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28816" y="42793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heartmodel.pkl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16352" y="3063240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HTTP REST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69864" y="3063240"/>
            <a:ext cx="585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joblib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PERSON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Output &amp; Prediction Results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291840"/>
          </a:xfrm>
          <a:prstGeom prst="rect">
            <a:avLst/>
          </a:prstGeom>
          <a:solidFill>
            <a:srgbClr val="1E1E3F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44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/api/predict - Response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"prediction": 1,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594360" y="23408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"riskProbability": 0.82,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594360" y="26883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"confidenceBand": { "low": 0.74, "high": 0.90 },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594360" y="3035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"nameOfPatient": "John Doe",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59436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"topContributors": ["cp", "thalach", "oldpeak"],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594360" y="3730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F975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"redFlags": ["chest pain type 3"],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594360" y="40782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9EC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"chartValues": { primary: [...], secondary: [...] }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44074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886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64008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4081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6824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Binary: 1 = Disease Present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 = Disease Absent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76272"/>
            <a:ext cx="3886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76272"/>
            <a:ext cx="64008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12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Probability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487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Float 0.0-1.0 with confidence band (low-high range)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980944"/>
            <a:ext cx="3886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80944"/>
            <a:ext cx="64008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017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Contributors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Features that pushed the risk score most (e.g. cp, thalach)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785616"/>
            <a:ext cx="3886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785616"/>
            <a:ext cx="6400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822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Flags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096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Human-readable warnings for clinicians to act 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PERSON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Key Learnings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6400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72184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3.10+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5216" y="172821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Core language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78608" y="1417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78608" y="1417320"/>
            <a:ext cx="54864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1472184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06624" y="172821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ML framework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0016" y="1417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417320"/>
            <a:ext cx="54864" cy="6400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472184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28032" y="172821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REST API server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21424" y="1417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21424" y="1417320"/>
            <a:ext cx="5486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472184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49440" y="172821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Model serialization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203704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03704"/>
            <a:ext cx="54864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225856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5216" y="251460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React frontend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78608" y="2203704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78608" y="2203704"/>
            <a:ext cx="54864" cy="6400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06624" y="225856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06624" y="251460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Type-safe frontend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2203704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0016" y="2203704"/>
            <a:ext cx="54864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25856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28032" y="251460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Data manipulation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21424" y="2203704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21424" y="2203704"/>
            <a:ext cx="54864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225856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49440" y="251460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Numerical ops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Learnings from this Lab Project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557016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9808" y="349300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End-to-end ML deployment: from notebook training to pickle serialization to REST API to live UI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3941064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941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9808" y="3877056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StandardScaler must be fit only on training data to prevent data leakage during inference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432511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3251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9808" y="4261104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Explainability matters in healthcare - topContributors &amp; redFlags make outputs clinician-friendly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" y="4709160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7091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9808" y="4645152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Robust fallback design: system retains functionality even when model artifact is missing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2980B9">
              <a:alpha val="12000"/>
            </a:srgbClr>
          </a:solidFill>
          <a:ln w="12700">
            <a:solidFill>
              <a:srgbClr val="2980B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4572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C0392B"/>
                </a:solidFill>
              </a:rPr>
              <a:t>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1298448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EC0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182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44368"/>
            <a:ext cx="1828800" cy="292608"/>
          </a:xfrm>
          <a:prstGeom prst="roundRect">
            <a:avLst/>
          </a:prstGeom>
          <a:solidFill>
            <a:srgbClr val="1E1E3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443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Flask REST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2944368"/>
            <a:ext cx="1828800" cy="292608"/>
          </a:xfrm>
          <a:prstGeom prst="roundRect">
            <a:avLst/>
          </a:prstGeom>
          <a:solidFill>
            <a:srgbClr val="1E1E3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9443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Logistic Regression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2944368"/>
            <a:ext cx="1828800" cy="292608"/>
          </a:xfrm>
          <a:prstGeom prst="roundRect">
            <a:avLst/>
          </a:prstGeom>
          <a:solidFill>
            <a:srgbClr val="1E1E3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9443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Next.js Frontend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2944368"/>
            <a:ext cx="1828800" cy="292608"/>
          </a:xfrm>
          <a:prstGeom prst="roundRect">
            <a:avLst/>
          </a:prstGeom>
          <a:solidFill>
            <a:srgbClr val="1E1E3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9443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14 Clinical Features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34290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Presented by: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7307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Person 1 Name</a:t>
            </a:r>
            <a:pPr algn="ctr" indent="0" marL="0">
              <a:buNone/>
            </a:pPr>
            <a:r>
              <a:rPr lang="en-US" sz="1500" dirty="0">
                <a:solidFill>
                  <a:srgbClr val="718096"/>
                </a:solidFill>
              </a:rPr>
              <a:t>   &amp; 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Person 2 Name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41879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FA3"/>
                </a:solidFill>
              </a:rPr>
              <a:t>github.com/itshimelz/Cardio-Monitor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Green University of Bangladesh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 Monitor - ML Lab Project</dc:title>
  <dc:subject>Cardio Monitor - ML Lab Project</dc:subject>
  <dc:creator>OpenCode</dc:creator>
  <cp:lastModifiedBy>OpenCode</cp:lastModifiedBy>
  <cp:revision>1</cp:revision>
  <dcterms:created xsi:type="dcterms:W3CDTF">2026-04-28T14:44:48Z</dcterms:created>
  <dcterms:modified xsi:type="dcterms:W3CDTF">2026-04-28T14:44:48Z</dcterms:modified>
</cp:coreProperties>
</file>